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enshin_theme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原神主题幻灯片</dc:title>
  <dc:subject>Genshin inspired cover slide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